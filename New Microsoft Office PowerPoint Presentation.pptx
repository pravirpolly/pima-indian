
<file path=[Content_Types].xml><?xml version="1.0" encoding="utf-8"?>
<Types xmlns="http://schemas.openxmlformats.org/package/2006/content-types"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15620"/>
    <p:restoredTop sz="94660"/>
  </p:normalViewPr>
  <p:slideViewPr>
    <p:cSldViewPr>
      <p:cViewPr varScale="1">
        <p:scale>
          <a:sx n="104" d="100"/>
          <a:sy n="104" d="100"/>
        </p:scale>
        <p:origin x="-222" y="-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viewProps" Target="viewProps.xml"/><Relationship Id="rId2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5" Type="http://schemas.openxmlformats.org/officeDocument/2006/relationships/tableStyles" Target="tableStyles.xml"/><Relationship Id="rId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9/18/2006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9/18/2006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9/18/2006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9/18/2006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9/18/2006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9/18/2006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9/18/2006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9/18/2006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9/18/2006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9/18/2006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9/18/2006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9/18/2006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Company/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sarahmathews</dc:creator>
  <cp:lastModifiedBy/>
  <dcterms:created xsi:type="dcterms:W3CDTF">2006-08-16T00:00:00Z</dcterms:created>
  <dcterms:modified xsi:type="dcterms:W3CDTF">2006-08-16T00:00:00Z</dcterms:modified>
</cp:coreProperties>
</file>